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B865-522B-1960-2AF5-ED054C0F8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B810D-FB63-19D6-24AA-57047106E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1A58-A7F2-64AC-E866-3AA7581E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BC45-A26F-D1E2-9E3E-301D17B2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5528-C6B5-085E-4BF6-710723B1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B11D-AE2E-C19B-7064-7F875789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CAE8B-62D0-D740-8C20-C4D465A54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E92E8-B57B-F8BD-4321-E1C32F5C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A363A-B86D-18D4-37DC-104C1DFC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22A9-05B9-9C97-8E78-5AAD63D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716F-8820-D509-F043-49CB9FF9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8A206-94B4-909A-6B0A-22F15555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4332-1ECE-CDBC-60F5-81C11100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FFCD1-7F9B-571F-94B8-3FE49A16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D2C39-E118-2DE8-877A-28E7F0D3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8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371A-8E95-9829-0E06-2B9022BD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55FA4-6DFC-BF6F-7ED4-6B9CFBEA3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54B42-6D0B-5F00-FF4C-17F4ED9BD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6835D-E7CE-DA7B-6458-245E923B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4F42E-644D-3125-BDCA-5A569716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3AD27-9E2F-58DC-8B4E-2D10D494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3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FFBA-5EBC-43D5-0AFC-C6E35F35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C433-F420-0252-823B-2CCEAB28A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0D4D-BB4C-FEFD-35D8-8AFC6F4C6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B0C0E-F27A-4DE4-D7DB-07DC50A09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0498D-5EE9-56CF-B922-21E0F49E2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FE07E-7A01-4F21-4E3B-C3CAB21C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E91C4-B823-E7C6-22C6-EF824031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5E895-9039-BCB1-E1F1-8A147D6B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82C-C2E8-DE3B-F25E-94EC545F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8FA1B-E1ED-EF4A-B254-D539C583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BBAC4-DDB9-031D-7B7D-1CEC119E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D4897-F8B6-9C18-40E7-BC926264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CB08F-32B1-686C-0134-3F32BEDA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6B516-451B-1EF7-AB47-31A9D339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8414-438D-3DBB-ACFE-61772ABD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1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812A-51F6-7843-5C7E-41A33AD8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554C9-5871-2B07-8391-BD5729A96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A103A-D42D-ADAF-3FC2-2008FCF72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CB573-C89C-F993-6FD2-E67AED17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567FB-14C0-FB5C-5E70-1AFA7013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5D7CD-7A8F-AC30-CDCB-4A0342B1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5885-D559-72C8-D4A6-25120EE7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74A3A-C99B-31DB-F6A7-AE11CA6EC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4F378-8B60-3D75-AD86-D1CF59ADA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9F7F8-3352-0B99-913E-968F8CF8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0D7D2-B7B9-DF74-621F-5C56B8AA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4C561-4A97-C2FF-D75C-7A35F89D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6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A878-ECB5-A16D-9017-7DAF2543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1B631-B7F0-20FE-35FC-2C12EF268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1DC6E-C5BA-04BB-164D-AA10BD99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3D002-9671-09CA-4F35-8A91249B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287A-6076-335B-A19D-ABA52157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4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293EF-BE09-1130-D0E1-7D11CD9BD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FEA56-915B-E2B7-3717-9B897518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BAB9-A18A-B5D3-4DCF-8D58B6F9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3B0E-BC03-633B-301C-2F1CD240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FB32-7CD6-1B02-4373-6AE76BF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1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C69F2-7625-9B1C-BB92-B81334D3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1D955-FE31-5C3F-E796-C6F23FF59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7050-39F2-1D3C-56B0-7083B43C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AE153-6D0A-4C2D-909B-6C269B68428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DA34-4459-665D-C026-D7C3A1AF3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5B672-450C-EE06-DFAC-FA7100F9B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66CFB-225D-40EA-A05B-686FF03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4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D18F-D33D-7653-E9A6-DF2211D94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37697-F515-BC3E-5E56-566E33621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I. Overview Dashboard</a:t>
            </a:r>
          </a:p>
          <a:p>
            <a:pPr algn="l"/>
            <a:r>
              <a:rPr lang="en-US" dirty="0"/>
              <a:t>- KPI charts:</a:t>
            </a:r>
          </a:p>
          <a:p>
            <a:pPr algn="l"/>
            <a:r>
              <a:rPr lang="en-US" dirty="0"/>
              <a:t>+ Revenue:  </a:t>
            </a:r>
            <a:r>
              <a:rPr lang="en-US" dirty="0" err="1"/>
              <a:t>price_usd</a:t>
            </a:r>
            <a:endParaRPr lang="en-US" dirty="0"/>
          </a:p>
          <a:p>
            <a:pPr algn="l"/>
            <a:r>
              <a:rPr lang="en-US" dirty="0"/>
              <a:t>+ Cost: </a:t>
            </a:r>
            <a:r>
              <a:rPr lang="en-US" dirty="0" err="1"/>
              <a:t>Cogs_usd</a:t>
            </a:r>
            <a:endParaRPr lang="en-US" dirty="0"/>
          </a:p>
          <a:p>
            <a:pPr algn="l"/>
            <a:r>
              <a:rPr lang="en-US" dirty="0"/>
              <a:t>+ Refund: </a:t>
            </a:r>
            <a:r>
              <a:rPr lang="en-US" dirty="0" err="1"/>
              <a:t>Refund_amount_usd</a:t>
            </a:r>
            <a:endParaRPr lang="en-US" dirty="0"/>
          </a:p>
          <a:p>
            <a:pPr algn="l"/>
            <a:r>
              <a:rPr lang="en-US" dirty="0"/>
              <a:t>+ Profit = revenue – cogs</a:t>
            </a:r>
          </a:p>
          <a:p>
            <a:pPr algn="l"/>
            <a:r>
              <a:rPr lang="en-US" dirty="0"/>
              <a:t>+ AOV: average order value</a:t>
            </a:r>
          </a:p>
          <a:p>
            <a:pPr algn="l"/>
            <a:r>
              <a:rPr lang="en-US" dirty="0"/>
              <a:t>+ IPO: Item per order</a:t>
            </a:r>
          </a:p>
          <a:p>
            <a:pPr algn="l"/>
            <a:r>
              <a:rPr lang="en-US" dirty="0"/>
              <a:t>+ Margin: profit / revenue</a:t>
            </a:r>
          </a:p>
          <a:p>
            <a:pPr algn="l"/>
            <a:r>
              <a:rPr lang="en-US" dirty="0"/>
              <a:t>+ Orders: total orders</a:t>
            </a:r>
          </a:p>
          <a:p>
            <a:pPr algn="l"/>
            <a:r>
              <a:rPr lang="en-US" dirty="0"/>
              <a:t>+ Buyers: total buyers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13294-3630-DA10-AFC5-44B21139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167" y="827736"/>
            <a:ext cx="7050833" cy="60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3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D698-AF9B-AAE1-AD58-92039572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0ACB-AE68-DE1F-14BA-1D737EB1D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2A502-563B-5607-B527-EEA727562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I. Overview Dashboard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*</a:t>
            </a:r>
            <a:r>
              <a:rPr lang="en-US" i="1" dirty="0"/>
              <a:t>Filter apply only to this page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Revenue &amp; Session over time (Y,Q,M,D)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Revenue &amp; Session by Day of week</a:t>
            </a:r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algn="l"/>
            <a:r>
              <a:rPr lang="en-US" dirty="0"/>
              <a:t>- Revenue &amp; Session by Hour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Order by Primary Product ID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7C079-FB90-E6F8-04D6-D28161BF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73" y="827736"/>
            <a:ext cx="6957527" cy="60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5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8154-4DEE-6455-E986-69A28863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BC51-072D-F1CB-41DF-DBF34DB3E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DD01B-6BD0-56C7-DEDA-E35A75AA3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/>
          <a:lstStyle/>
          <a:p>
            <a:pPr algn="l"/>
            <a:r>
              <a:rPr lang="en-US" b="1" dirty="0"/>
              <a:t>II. Product Dashboard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i="1" dirty="0"/>
              <a:t>*Filter apply only to this page</a:t>
            </a:r>
          </a:p>
          <a:p>
            <a:pPr algn="l"/>
            <a:r>
              <a:rPr lang="en-US" i="1" dirty="0"/>
              <a:t>- </a:t>
            </a:r>
            <a:r>
              <a:rPr lang="en-US" dirty="0"/>
              <a:t>KPI chart:</a:t>
            </a:r>
            <a:endParaRPr lang="en-US" i="1" dirty="0"/>
          </a:p>
          <a:p>
            <a:pPr algn="l"/>
            <a:r>
              <a:rPr lang="en-US" dirty="0"/>
              <a:t>+ Ref Order: Refund order rate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Ref Item: Refund item rate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TTR(Day): </a:t>
            </a:r>
            <a:r>
              <a:rPr lang="en-US" b="1" dirty="0"/>
              <a:t>Time to Return </a:t>
            </a:r>
            <a:r>
              <a:rPr lang="en-US" dirty="0"/>
              <a:t>highlights </a:t>
            </a:r>
            <a:br>
              <a:rPr lang="en-US" dirty="0"/>
            </a:br>
            <a:r>
              <a:rPr lang="en-US" dirty="0"/>
              <a:t>a high-risk post-purchase window.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7EA9F-43F8-A0BC-9E98-CBEA1DB9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621" y="718458"/>
            <a:ext cx="7457726" cy="61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2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7E3B-07FB-4DFB-F419-8AD9137E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7A85-F48D-12EB-02B9-6FDE94CCC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79DB3-05CA-C62E-6E96-9CBE9F938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II. Product Dashboard</a:t>
            </a:r>
          </a:p>
          <a:p>
            <a:pPr algn="l"/>
            <a:r>
              <a:rPr lang="en-US" dirty="0"/>
              <a:t>- Order Trend by Time &amp; Product ID </a:t>
            </a:r>
            <a:br>
              <a:rPr lang="en-US" dirty="0"/>
            </a:br>
            <a:r>
              <a:rPr lang="en-US" dirty="0"/>
              <a:t>(Y,Q,M,D)</a:t>
            </a:r>
          </a:p>
          <a:p>
            <a:pPr algn="l"/>
            <a:br>
              <a:rPr lang="en-US" dirty="0"/>
            </a:br>
            <a:r>
              <a:rPr lang="en-US" dirty="0"/>
              <a:t>- Order by Product ID &amp; Name (bar chart)</a:t>
            </a:r>
          </a:p>
          <a:p>
            <a:pPr algn="l"/>
            <a:br>
              <a:rPr lang="en-US" dirty="0"/>
            </a:br>
            <a:r>
              <a:rPr lang="en-US" dirty="0"/>
              <a:t>- Revenue by Product ID &amp; Name</a:t>
            </a:r>
          </a:p>
          <a:p>
            <a:pPr algn="l"/>
            <a:br>
              <a:rPr lang="en-US" dirty="0"/>
            </a:br>
            <a:r>
              <a:rPr lang="en-US" dirty="0"/>
              <a:t>- Cost by Product ID &amp; Name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Returned Order by Product ID &amp; Name</a:t>
            </a:r>
            <a:br>
              <a:rPr lang="en-US" dirty="0"/>
            </a:br>
            <a:r>
              <a:rPr lang="en-US" dirty="0"/>
              <a:t>(Tooltips: Refund)</a:t>
            </a:r>
          </a:p>
          <a:p>
            <a:pPr algn="l"/>
            <a:br>
              <a:rPr lang="en-US" dirty="0"/>
            </a:br>
            <a:r>
              <a:rPr lang="en-US" dirty="0"/>
              <a:t>- Returned Order Trend by Time &amp; </a:t>
            </a:r>
            <a:br>
              <a:rPr lang="en-US" dirty="0"/>
            </a:br>
            <a:r>
              <a:rPr lang="en-US" dirty="0"/>
              <a:t>Product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BB2B1-7592-F647-5982-A22F91C60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59" y="827736"/>
            <a:ext cx="7019187" cy="60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7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51EE8-13C5-23FD-0916-046AB7E1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4684-3704-D353-93FF-10D5751F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FFB82-EBAD-D2A2-B4B7-2F3E37B4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II. Traffic &amp; Behavior Dashboard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KPI chart:</a:t>
            </a:r>
          </a:p>
          <a:p>
            <a:pPr algn="l"/>
            <a:r>
              <a:rPr lang="en-US" dirty="0"/>
              <a:t>+ View: Total page views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Session: Total sessions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User: Total users access this website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+ Loyalty: Total repeat customers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1EE9E-71F6-8B83-AF6B-73FFE218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90" y="718456"/>
            <a:ext cx="7010904" cy="61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8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C5C1-484A-ACD6-6A6C-22AC4CE5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E529-CD17-16DB-FEEC-5CC78CAF9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739" y="0"/>
            <a:ext cx="5828522" cy="8277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Ecommerce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 err="1">
                <a:solidFill>
                  <a:srgbClr val="00B050"/>
                </a:solidFill>
              </a:rPr>
              <a:t>Ecommerce</a:t>
            </a:r>
            <a:r>
              <a:rPr lang="en-US" b="1" dirty="0">
                <a:solidFill>
                  <a:srgbClr val="00B050"/>
                </a:solidFill>
              </a:rPr>
              <a:t> -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94C1E-59A2-4EED-6927-31DFE04A3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18457"/>
            <a:ext cx="12192000" cy="613954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II. Traffic &amp; Behavior Dashboard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View Trend by Page &amp; Time </a:t>
            </a:r>
            <a:br>
              <a:rPr lang="en-US" dirty="0"/>
            </a:br>
            <a:r>
              <a:rPr lang="en-US" dirty="0"/>
              <a:t>(Y,Q,M,D)</a:t>
            </a:r>
          </a:p>
          <a:p>
            <a:pPr algn="l"/>
            <a:br>
              <a:rPr lang="en-US" dirty="0"/>
            </a:br>
            <a:r>
              <a:rPr lang="en-US" dirty="0"/>
              <a:t>- Session by Source</a:t>
            </a:r>
          </a:p>
          <a:p>
            <a:pPr algn="l"/>
            <a:br>
              <a:rPr lang="en-US" dirty="0"/>
            </a:br>
            <a:r>
              <a:rPr lang="en-US" dirty="0"/>
              <a:t>- Session by Device Type</a:t>
            </a:r>
          </a:p>
          <a:p>
            <a:pPr algn="l"/>
            <a:br>
              <a:rPr lang="en-US" dirty="0"/>
            </a:br>
            <a:r>
              <a:rPr lang="en-US" dirty="0"/>
              <a:t>- Session by Campaign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Session by Content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BF361-6E14-4590-F855-1CC2871D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90" y="718456"/>
            <a:ext cx="7010904" cy="61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7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335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Ecommerce Ecommerce - BI</vt:lpstr>
      <vt:lpstr>Ecommerce Ecommerce - BI</vt:lpstr>
      <vt:lpstr>Ecommerce Ecommerce - BI</vt:lpstr>
      <vt:lpstr>Ecommerce Ecommerce - BI</vt:lpstr>
      <vt:lpstr>Ecommerce Ecommerce - BI</vt:lpstr>
      <vt:lpstr>Ecommerce Ecommerce -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Thiện Nguyễn Hoàng</dc:creator>
  <cp:lastModifiedBy>Thiện Nguyễn Hoàng</cp:lastModifiedBy>
  <cp:revision>9</cp:revision>
  <dcterms:created xsi:type="dcterms:W3CDTF">2026-02-07T07:27:22Z</dcterms:created>
  <dcterms:modified xsi:type="dcterms:W3CDTF">2026-02-07T08:10:44Z</dcterms:modified>
</cp:coreProperties>
</file>